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6" r:id="rId4"/>
    <p:sldId id="267" r:id="rId5"/>
    <p:sldId id="268" r:id="rId6"/>
    <p:sldId id="271" r:id="rId7"/>
    <p:sldId id="278" r:id="rId8"/>
    <p:sldId id="279" r:id="rId9"/>
    <p:sldId id="280" r:id="rId10"/>
    <p:sldId id="281" r:id="rId11"/>
    <p:sldId id="282" r:id="rId12"/>
    <p:sldId id="283" r:id="rId13"/>
    <p:sldId id="272" r:id="rId14"/>
    <p:sldId id="273" r:id="rId15"/>
    <p:sldId id="274" r:id="rId16"/>
    <p:sldId id="277" r:id="rId17"/>
    <p:sldId id="275" r:id="rId18"/>
    <p:sldId id="276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A1B"/>
    <a:srgbClr val="EEBA2B"/>
    <a:srgbClr val="FEA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54" d="100"/>
          <a:sy n="54" d="100"/>
        </p:scale>
        <p:origin x="9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Profit Chart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Beneficial Cost ($)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1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2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3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4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5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6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7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8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9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0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1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2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3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Sheet1!$A$2:$A$29</c15:sqref>
                  </c15:fullRef>
                </c:ext>
              </c:extLst>
              <c:f>Sheet1!$A$3:$A$26</c:f>
              <c:strCache>
                <c:ptCount val="24"/>
                <c:pt idx="0">
                  <c:v>Crispy Fried Chicken</c:v>
                </c:pt>
                <c:pt idx="1">
                  <c:v>Cheese Pizza</c:v>
                </c:pt>
                <c:pt idx="2">
                  <c:v>Mini Sliders With Fries</c:v>
                </c:pt>
                <c:pt idx="3">
                  <c:v>Grilled Club Sandwich</c:v>
                </c:pt>
                <c:pt idx="4">
                  <c:v>Fresh Spring Rolls</c:v>
                </c:pt>
                <c:pt idx="5">
                  <c:v>Samosas With Chutney</c:v>
                </c:pt>
                <c:pt idx="6">
                  <c:v>Fresh Fries With Dips</c:v>
                </c:pt>
                <c:pt idx="7">
                  <c:v>Fresh Garden Salad</c:v>
                </c:pt>
                <c:pt idx="8">
                  <c:v>Chicken Burger</c:v>
                </c:pt>
                <c:pt idx="9">
                  <c:v>Fruit &amp; Yogurt Bowl</c:v>
                </c:pt>
                <c:pt idx="10">
                  <c:v>Boiled Eggs With Greens</c:v>
                </c:pt>
                <c:pt idx="11">
                  <c:v>Mediterranean Platter</c:v>
                </c:pt>
                <c:pt idx="12">
                  <c:v>Pumpkin Soup</c:v>
                </c:pt>
                <c:pt idx="13">
                  <c:v>Vegetable Soup</c:v>
                </c:pt>
                <c:pt idx="14">
                  <c:v>Spinach Chicken</c:v>
                </c:pt>
                <c:pt idx="15">
                  <c:v>Pasta With Vegetables</c:v>
                </c:pt>
                <c:pt idx="16">
                  <c:v>Dessert Plate</c:v>
                </c:pt>
                <c:pt idx="17">
                  <c:v>Mixed Chicken</c:v>
                </c:pt>
                <c:pt idx="18">
                  <c:v>Grilled Meat</c:v>
                </c:pt>
                <c:pt idx="19">
                  <c:v>Fruit Porridge</c:v>
                </c:pt>
                <c:pt idx="20">
                  <c:v>Grilled Fish</c:v>
                </c:pt>
                <c:pt idx="21">
                  <c:v>Beef Steek</c:v>
                </c:pt>
                <c:pt idx="22">
                  <c:v>Chicken Wrap</c:v>
                </c:pt>
                <c:pt idx="23">
                  <c:v>Chocolate Cake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Sheet1!$B$2:$B$29</c15:sqref>
                  </c15:fullRef>
                </c:ext>
              </c:extLst>
              <c:f>Sheet1!$B$3:$B$26</c:f>
              <c:numCache>
                <c:formatCode>_("$"* #,##0.00_);_("$"* \(#,##0.00\);_("$"* "-"??_);_(@_)</c:formatCode>
                <c:ptCount val="2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4</c:v>
                </c:pt>
                <c:pt idx="9">
                  <c:v>5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4</c:v>
                </c:pt>
                <c:pt idx="14">
                  <c:v>2</c:v>
                </c:pt>
                <c:pt idx="15">
                  <c:v>2</c:v>
                </c:pt>
                <c:pt idx="16">
                  <c:v>7</c:v>
                </c:pt>
                <c:pt idx="17">
                  <c:v>4</c:v>
                </c:pt>
                <c:pt idx="18">
                  <c:v>5</c:v>
                </c:pt>
                <c:pt idx="19">
                  <c:v>3</c:v>
                </c:pt>
                <c:pt idx="20">
                  <c:v>3</c:v>
                </c:pt>
                <c:pt idx="21">
                  <c:v>4</c:v>
                </c:pt>
                <c:pt idx="22">
                  <c:v>3</c:v>
                </c:pt>
                <c:pt idx="23">
                  <c:v>8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/>
            </c:ext>
            <c:ext xmlns:c16="http://schemas.microsoft.com/office/drawing/2014/chart" uri="{C3380CC4-5D6E-409C-BE32-E72D297353CC}">
              <c16:uniqueId val="{00000000-905F-425A-A152-7A9BCC2AD70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>
      <a:glow rad="101600">
        <a:srgbClr val="EEBA1B"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Selling</a:t>
            </a:r>
            <a:r>
              <a:rPr lang="en-US" baseline="0" dirty="0"/>
              <a:t> Price 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Selling Price ($)</c:v>
                </c:pt>
              </c:strCache>
            </c:strRef>
          </c:tx>
          <c:spPr>
            <a:noFill/>
            <a:ln w="9525" cap="flat" cmpd="sng" algn="ctr">
              <a:solidFill>
                <a:schemeClr val="accent4"/>
              </a:solidFill>
              <a:miter lim="800000"/>
            </a:ln>
            <a:effectLst>
              <a:glow rad="63500">
                <a:schemeClr val="accent4">
                  <a:satMod val="175000"/>
                  <a:alpha val="25000"/>
                </a:schemeClr>
              </a:glow>
            </a:effectLst>
          </c:spPr>
          <c:invertIfNegative val="0"/>
          <c:dLbls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E35-4AEB-A4E1-9266A08905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Sheet1!$A$2:$A$26</c:f>
              <c:strCache>
                <c:ptCount val="25"/>
                <c:pt idx="1">
                  <c:v>Crispy Fried Chicken</c:v>
                </c:pt>
                <c:pt idx="2">
                  <c:v>Cheese Pizza</c:v>
                </c:pt>
                <c:pt idx="3">
                  <c:v>Mini Sliders With Fries</c:v>
                </c:pt>
                <c:pt idx="4">
                  <c:v>Grilled Club Sandwich</c:v>
                </c:pt>
                <c:pt idx="5">
                  <c:v>Fresh Spring Rolls</c:v>
                </c:pt>
                <c:pt idx="6">
                  <c:v>Samosas With Chutney</c:v>
                </c:pt>
                <c:pt idx="7">
                  <c:v>Fresh Fries With Dips</c:v>
                </c:pt>
                <c:pt idx="8">
                  <c:v>Fresh Garden Salad</c:v>
                </c:pt>
                <c:pt idx="9">
                  <c:v>Chicken Burger</c:v>
                </c:pt>
                <c:pt idx="10">
                  <c:v>Fruit &amp; Yogurt Bowl</c:v>
                </c:pt>
                <c:pt idx="11">
                  <c:v>Boiled Eggs With Greens</c:v>
                </c:pt>
                <c:pt idx="12">
                  <c:v>Mediterranean Platter</c:v>
                </c:pt>
                <c:pt idx="13">
                  <c:v>Pumpkin Soup</c:v>
                </c:pt>
                <c:pt idx="14">
                  <c:v>Vegetable Soup</c:v>
                </c:pt>
                <c:pt idx="15">
                  <c:v>Spinach Chicken</c:v>
                </c:pt>
                <c:pt idx="16">
                  <c:v>Pasta With Vegetables</c:v>
                </c:pt>
                <c:pt idx="17">
                  <c:v>Dessert Plate</c:v>
                </c:pt>
                <c:pt idx="18">
                  <c:v>Mixed Chicken</c:v>
                </c:pt>
                <c:pt idx="19">
                  <c:v>Grilled Meat</c:v>
                </c:pt>
                <c:pt idx="20">
                  <c:v>Fruit Porridge</c:v>
                </c:pt>
                <c:pt idx="21">
                  <c:v>Grilled Fish</c:v>
                </c:pt>
                <c:pt idx="22">
                  <c:v>Beef Steek</c:v>
                </c:pt>
                <c:pt idx="23">
                  <c:v>Chicken Wrap</c:v>
                </c:pt>
                <c:pt idx="24">
                  <c:v>Chocolate Cake</c:v>
                </c:pt>
              </c:strCache>
            </c:strRef>
          </c:cat>
          <c:val>
            <c:numRef>
              <c:f>Sheet1!$B$2:$B$26</c:f>
              <c:numCache>
                <c:formatCode>_("$"* #,##0.00_);_("$"* \(#,##0.00\);_("$"* "-"??_);_(@_)</c:formatCode>
                <c:ptCount val="25"/>
                <c:pt idx="1">
                  <c:v>13</c:v>
                </c:pt>
                <c:pt idx="2">
                  <c:v>12</c:v>
                </c:pt>
                <c:pt idx="3">
                  <c:v>15</c:v>
                </c:pt>
                <c:pt idx="4">
                  <c:v>11</c:v>
                </c:pt>
                <c:pt idx="5">
                  <c:v>19</c:v>
                </c:pt>
                <c:pt idx="6">
                  <c:v>20</c:v>
                </c:pt>
                <c:pt idx="7">
                  <c:v>21</c:v>
                </c:pt>
                <c:pt idx="8">
                  <c:v>16</c:v>
                </c:pt>
                <c:pt idx="9">
                  <c:v>17</c:v>
                </c:pt>
                <c:pt idx="10">
                  <c:v>22</c:v>
                </c:pt>
                <c:pt idx="11">
                  <c:v>14</c:v>
                </c:pt>
                <c:pt idx="12">
                  <c:v>12</c:v>
                </c:pt>
                <c:pt idx="13">
                  <c:v>11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23</c:v>
                </c:pt>
                <c:pt idx="18">
                  <c:v>16</c:v>
                </c:pt>
                <c:pt idx="19">
                  <c:v>26</c:v>
                </c:pt>
                <c:pt idx="20">
                  <c:v>23</c:v>
                </c:pt>
                <c:pt idx="21">
                  <c:v>28</c:v>
                </c:pt>
                <c:pt idx="22">
                  <c:v>30</c:v>
                </c:pt>
                <c:pt idx="23">
                  <c:v>24</c:v>
                </c:pt>
                <c:pt idx="2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35-4AEB-A4E1-9266A089053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1676715184"/>
        <c:axId val="1676712272"/>
      </c:barChart>
      <c:catAx>
        <c:axId val="16767151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2">
                <a:lumMod val="1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12272"/>
        <c:crosses val="autoZero"/>
        <c:auto val="1"/>
        <c:lblAlgn val="ctr"/>
        <c:lblOffset val="100"/>
        <c:noMultiLvlLbl val="0"/>
      </c:catAx>
      <c:valAx>
        <c:axId val="167671227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>
      <a:glow rad="101600">
        <a:srgbClr val="EEBA1B"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ED7B-B5AE-46CF-90D2-51ED09BA9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C068B-FC8D-4A78-BB7C-6AEB73BA3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4C5CA-B54D-4B9F-9515-25246D8E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FDF1-F787-4DA0-87A4-917A04A8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EFA8D-9961-481F-949E-4D3F5CE3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9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D9BB-31FB-4D0D-A3A3-1E6C92C9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EA4C1-10C4-4443-8AEA-587142D90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D0040-FD3C-414B-9962-A3C90C40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5DB9E-7D29-46E6-A258-62F2ABC4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E7B72-D734-4F0C-AD2E-D9090AA5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7F16-4286-4581-80B6-44410832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A445F-FD4B-484B-A958-EFF5306B9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C7992-E7D7-4806-A11C-095BD24CC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B69D5-B768-404A-91E4-042E1993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C28D6-D8FF-48A0-A7C7-B58AA029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9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FF21-76BE-4A0B-884F-1B20F389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CAC0-D103-4BD1-8F6E-42CE636FC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B3E8-B56B-48FA-9610-34357DEE5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5D5F7-0830-4C40-9CF2-9C4506CF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DCB1-B514-4CD3-AA42-5EAFDD6F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62B67-F617-4911-88AF-E19EF9ED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56B6-244F-4A4C-9023-7EC89937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65C0-E3CD-4094-9A5B-EBD5425C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A3FF9-AFAA-4C37-9FEE-256653A6C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25AC7-6159-4A6B-A7D6-115EA1FED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2238A-13BA-46CF-930D-0A92A1EEA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DB24E-7B63-4D58-B7B4-259A20E3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B8653-DD69-469E-B6C0-7C1442A2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D164A-CB16-44DF-A447-832825FC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0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B3E0-8394-4786-BBF2-2003806D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DFD0B-E82D-4771-8572-7BD645EE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C337A-9E43-4AE8-A8FD-FD02B2F6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A1BF-F0AB-4527-996C-426F7C07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FBB25-FE3C-4FB0-B78B-A02A70D9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B4E4A-6B73-46BA-9C30-7910437E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6EAE3-8B64-4525-8F8B-DA3B5DC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7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22D15-F607-4CBD-BCDF-FDF8DD34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5FE8-713A-4E6D-9C7E-2743D9C7B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91B78-C7BB-44B1-AD12-BC63EF4B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55694-599E-4AA1-B9DE-49DE7401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58087-97C0-445F-913E-1D6F6FC6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CFA32-B66B-497D-AC02-2EE10449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105F-6A9B-4712-9057-2123BF11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3BBB8-B022-471F-92B9-0F01EF860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E3A46-588A-4D85-8702-28E1D46A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2AFFE-1B77-4B88-831A-20BD7DD8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7482D-FF2A-41F8-A627-EDCFBC6E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483E8-1A5F-49A1-AE8C-7DD22D30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4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92E0-C696-46B1-A13E-408954B8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360D3-17AD-435C-B5DB-FA82A8A9C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116A2-F9CE-4D3A-BDDB-4FD2418B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D47CD-1618-4144-8F5D-4C5BE37F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4409-7EEF-4AF5-8248-EC522011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364D8-6F1F-4120-A885-654759A37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B809B-929E-4FBD-B387-0B96FC7B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1439A-DB43-4A4E-91D9-52676EA0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ECF1-6A2E-4702-9781-0BFF9A1C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3E03F-5BD3-45B1-A6FB-49B076B3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9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9B643-FE3E-4171-BC06-5D339E6F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AE5A7-484E-443D-A1B1-D9C75E65D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7BB3-F020-4C0D-AA7B-F76A773FF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1B836-DCA1-414F-A63A-66F0A39DF23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EE31-A8C2-44A5-80CC-7EF9D3FDE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ED153-7A52-4F52-86E4-A31B1D202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7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B22F8C-4B91-4AA5-9E91-D50EB24B1357}"/>
              </a:ext>
            </a:extLst>
          </p:cNvPr>
          <p:cNvSpPr txBox="1"/>
          <p:nvPr/>
        </p:nvSpPr>
        <p:spPr>
          <a:xfrm>
            <a:off x="1144172" y="555674"/>
            <a:ext cx="9903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RESTAURANT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49638" y="1406769"/>
            <a:ext cx="5416062" cy="460013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8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82DDA-D0C2-474C-8C19-814751B7E6F5}"/>
              </a:ext>
            </a:extLst>
          </p:cNvPr>
          <p:cNvSpPr txBox="1"/>
          <p:nvPr/>
        </p:nvSpPr>
        <p:spPr>
          <a:xfrm>
            <a:off x="3235570" y="783289"/>
            <a:ext cx="5416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6323E-DC49-43B8-905F-1D18755FEF77}"/>
              </a:ext>
            </a:extLst>
          </p:cNvPr>
          <p:cNvSpPr txBox="1"/>
          <p:nvPr/>
        </p:nvSpPr>
        <p:spPr>
          <a:xfrm>
            <a:off x="1879209" y="2317879"/>
            <a:ext cx="84335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                                                                REGISTRATION NO.</a:t>
            </a:r>
          </a:p>
          <a:p>
            <a:endParaRPr lang="en-US" sz="2000" dirty="0">
              <a:solidFill>
                <a:srgbClr val="EEBA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Noraiz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                                                                             2025-CS-282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Mirza Amjad Ali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Baig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2025-CS-267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Ali Munir                                                             2025-CS-270                                                                         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 Abbas                                                                           2025-CS-285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Haseeb                                                                                2025-CS-276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Name :   Prof.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Ramsha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Khalid</a:t>
            </a:r>
          </a:p>
        </p:txBody>
      </p:sp>
    </p:spTree>
    <p:extLst>
      <p:ext uri="{BB962C8B-B14F-4D97-AF65-F5344CB8AC3E}">
        <p14:creationId xmlns:p14="http://schemas.microsoft.com/office/powerpoint/2010/main" val="296801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A9744-6013-4CF3-86D9-6F46F3B8AD33}"/>
              </a:ext>
            </a:extLst>
          </p:cNvPr>
          <p:cNvSpPr txBox="1"/>
          <p:nvPr/>
        </p:nvSpPr>
        <p:spPr>
          <a:xfrm>
            <a:off x="3235570" y="740805"/>
            <a:ext cx="4670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51021-C0BD-4D33-AA41-07C0203487FC}"/>
              </a:ext>
            </a:extLst>
          </p:cNvPr>
          <p:cNvSpPr txBox="1"/>
          <p:nvPr/>
        </p:nvSpPr>
        <p:spPr>
          <a:xfrm>
            <a:off x="640080" y="1945843"/>
            <a:ext cx="987552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fully responsive static website using only HTML5 &amp; CSS3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provide a simple, fast, and user-friendly online food ordering experience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includes Home, Menu, Cart, Gallery, Login, About, and Contact us pages.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goals are to get the restaurant more visible online, build a strong brand image, and lay the groundwork for future website enhancements</a:t>
            </a:r>
          </a:p>
        </p:txBody>
      </p:sp>
    </p:spTree>
    <p:extLst>
      <p:ext uri="{BB962C8B-B14F-4D97-AF65-F5344CB8AC3E}">
        <p14:creationId xmlns:p14="http://schemas.microsoft.com/office/powerpoint/2010/main" val="361157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754881" y="1321434"/>
            <a:ext cx="23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i="1" u="sng" dirty="0">
              <a:solidFill>
                <a:srgbClr val="EEBA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D308F-C5A3-49F4-93CC-7B98A94ABA32}"/>
              </a:ext>
            </a:extLst>
          </p:cNvPr>
          <p:cNvSpPr txBox="1"/>
          <p:nvPr/>
        </p:nvSpPr>
        <p:spPr>
          <a:xfrm>
            <a:off x="2149454" y="2308858"/>
            <a:ext cx="728706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online ordering experience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menu with prices &amp;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customer time by online order placement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navigation &amp; responsive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brand presence online</a:t>
            </a:r>
          </a:p>
        </p:txBody>
      </p:sp>
    </p:spTree>
    <p:extLst>
      <p:ext uri="{BB962C8B-B14F-4D97-AF65-F5344CB8AC3E}">
        <p14:creationId xmlns:p14="http://schemas.microsoft.com/office/powerpoint/2010/main" val="125063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165140" y="698883"/>
            <a:ext cx="3080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53323-A40A-4546-A419-E9033BC902DB}"/>
              </a:ext>
            </a:extLst>
          </p:cNvPr>
          <p:cNvSpPr txBox="1"/>
          <p:nvPr/>
        </p:nvSpPr>
        <p:spPr>
          <a:xfrm>
            <a:off x="824753" y="1701165"/>
            <a:ext cx="10883153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	A responsive website layout designed using HTML5 and external CSS.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	Home page displaying restaurant highlights.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	Menu page showing food items with images, names, descriptions, and prices.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	About page describing the restaurant and its services.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	Gallery section displaying food images.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	Contact page with a static contact form.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	Navigation bar for easy movement between pages.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	Use of CSS Flexbox or Grid for page layout</a:t>
            </a:r>
          </a:p>
        </p:txBody>
      </p:sp>
    </p:spTree>
    <p:extLst>
      <p:ext uri="{BB962C8B-B14F-4D97-AF65-F5344CB8AC3E}">
        <p14:creationId xmlns:p14="http://schemas.microsoft.com/office/powerpoint/2010/main" val="163839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9D32B-256A-4666-90AC-0CE49AD31276}"/>
              </a:ext>
            </a:extLst>
          </p:cNvPr>
          <p:cNvSpPr txBox="1"/>
          <p:nvPr/>
        </p:nvSpPr>
        <p:spPr>
          <a:xfrm>
            <a:off x="1069143" y="1082226"/>
            <a:ext cx="9397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main pages with navigation bar providing best &amp; user friendly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439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E79EF7-B192-4832-8615-6D39DD86A15B}"/>
              </a:ext>
            </a:extLst>
          </p:cNvPr>
          <p:cNvSpPr txBox="1"/>
          <p:nvPr/>
        </p:nvSpPr>
        <p:spPr>
          <a:xfrm>
            <a:off x="9965513" y="2714171"/>
            <a:ext cx="1465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will be the User’s first impression </a:t>
            </a:r>
          </a:p>
        </p:txBody>
      </p:sp>
    </p:spTree>
    <p:extLst>
      <p:ext uri="{BB962C8B-B14F-4D97-AF65-F5344CB8AC3E}">
        <p14:creationId xmlns:p14="http://schemas.microsoft.com/office/powerpoint/2010/main" val="12518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1530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F04F62-6434-448E-A96F-363D69A45A8E}"/>
              </a:ext>
            </a:extLst>
          </p:cNvPr>
          <p:cNvSpPr txBox="1"/>
          <p:nvPr/>
        </p:nvSpPr>
        <p:spPr>
          <a:xfrm>
            <a:off x="9744895" y="3265544"/>
            <a:ext cx="16401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place order after successful login</a:t>
            </a:r>
          </a:p>
        </p:txBody>
      </p:sp>
    </p:spTree>
    <p:extLst>
      <p:ext uri="{BB962C8B-B14F-4D97-AF65-F5344CB8AC3E}">
        <p14:creationId xmlns:p14="http://schemas.microsoft.com/office/powerpoint/2010/main" val="191955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r="968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1E3B8F-CF8E-4535-8937-F62367391B3C}"/>
              </a:ext>
            </a:extLst>
          </p:cNvPr>
          <p:cNvSpPr txBox="1"/>
          <p:nvPr/>
        </p:nvSpPr>
        <p:spPr>
          <a:xfrm>
            <a:off x="9805182" y="2799471"/>
            <a:ext cx="17443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see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menu items from this page</a:t>
            </a:r>
          </a:p>
        </p:txBody>
      </p:sp>
    </p:spTree>
    <p:extLst>
      <p:ext uri="{BB962C8B-B14F-4D97-AF65-F5344CB8AC3E}">
        <p14:creationId xmlns:p14="http://schemas.microsoft.com/office/powerpoint/2010/main" val="245591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 Page: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84EC05-E07B-4156-AA27-CE644262E2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5"/>
          <a:stretch/>
        </p:blipFill>
        <p:spPr>
          <a:xfrm>
            <a:off x="1218673" y="2259308"/>
            <a:ext cx="7809214" cy="3191923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9F3BA-4BF3-47BF-8ADE-17E86A955500}"/>
              </a:ext>
            </a:extLst>
          </p:cNvPr>
          <p:cNvSpPr txBox="1"/>
          <p:nvPr/>
        </p:nvSpPr>
        <p:spPr>
          <a:xfrm>
            <a:off x="9889588" y="2700997"/>
            <a:ext cx="17443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dedicated to place an order</a:t>
            </a:r>
          </a:p>
        </p:txBody>
      </p:sp>
    </p:spTree>
    <p:extLst>
      <p:ext uri="{BB962C8B-B14F-4D97-AF65-F5344CB8AC3E}">
        <p14:creationId xmlns:p14="http://schemas.microsoft.com/office/powerpoint/2010/main" val="229962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Gallary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" t="10595" r="888"/>
          <a:stretch/>
        </p:blipFill>
        <p:spPr>
          <a:xfrm>
            <a:off x="1069143" y="2209094"/>
            <a:ext cx="8495771" cy="3679727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4DEC9E-A445-4F63-8436-EB20A6F58705}"/>
              </a:ext>
            </a:extLst>
          </p:cNvPr>
          <p:cNvSpPr txBox="1"/>
          <p:nvPr/>
        </p:nvSpPr>
        <p:spPr>
          <a:xfrm>
            <a:off x="10170942" y="2532185"/>
            <a:ext cx="15603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uploaded the pictures of our delicious food in this page</a:t>
            </a:r>
          </a:p>
        </p:txBody>
      </p:sp>
    </p:spTree>
    <p:extLst>
      <p:ext uri="{BB962C8B-B14F-4D97-AF65-F5344CB8AC3E}">
        <p14:creationId xmlns:p14="http://schemas.microsoft.com/office/powerpoint/2010/main" val="39418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" r="2734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565EC-BB60-4CBB-BB07-C704995C129F}"/>
              </a:ext>
            </a:extLst>
          </p:cNvPr>
          <p:cNvSpPr txBox="1"/>
          <p:nvPr/>
        </p:nvSpPr>
        <p:spPr>
          <a:xfrm>
            <a:off x="9762978" y="2518117"/>
            <a:ext cx="17584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dedicated to describe the services &amp; values of our restaurant</a:t>
            </a:r>
          </a:p>
        </p:txBody>
      </p:sp>
    </p:spTree>
    <p:extLst>
      <p:ext uri="{BB962C8B-B14F-4D97-AF65-F5344CB8AC3E}">
        <p14:creationId xmlns:p14="http://schemas.microsoft.com/office/powerpoint/2010/main" val="41016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1530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B0D693-2ADF-43EB-9EA8-A7600088FB74}"/>
              </a:ext>
            </a:extLst>
          </p:cNvPr>
          <p:cNvSpPr txBox="1"/>
          <p:nvPr/>
        </p:nvSpPr>
        <p:spPr>
          <a:xfrm>
            <a:off x="9448807" y="3242624"/>
            <a:ext cx="17303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this page user can easily get our contact details.</a:t>
            </a:r>
          </a:p>
        </p:txBody>
      </p:sp>
    </p:spTree>
    <p:extLst>
      <p:ext uri="{BB962C8B-B14F-4D97-AF65-F5344CB8AC3E}">
        <p14:creationId xmlns:p14="http://schemas.microsoft.com/office/powerpoint/2010/main" val="392606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910821" y="621511"/>
            <a:ext cx="3859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5F098-56A1-46C6-AFB8-B267B43798DC}"/>
              </a:ext>
            </a:extLst>
          </p:cNvPr>
          <p:cNvSpPr txBox="1"/>
          <p:nvPr/>
        </p:nvSpPr>
        <p:spPr>
          <a:xfrm>
            <a:off x="1819144" y="2031021"/>
            <a:ext cx="7522079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clean and user friendly  user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Readable fonts &amp; consistent styling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background and light readable text, Orange as attention color.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responsiveness &amp; simplicity</a:t>
            </a:r>
          </a:p>
        </p:txBody>
      </p:sp>
    </p:spTree>
    <p:extLst>
      <p:ext uri="{BB962C8B-B14F-4D97-AF65-F5344CB8AC3E}">
        <p14:creationId xmlns:p14="http://schemas.microsoft.com/office/powerpoint/2010/main" val="93291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556783" y="555674"/>
            <a:ext cx="4614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 &amp;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E4B59-2A27-469D-943B-77A7C5568006}"/>
              </a:ext>
            </a:extLst>
          </p:cNvPr>
          <p:cNvSpPr txBox="1"/>
          <p:nvPr/>
        </p:nvSpPr>
        <p:spPr>
          <a:xfrm>
            <a:off x="1301262" y="1406769"/>
            <a:ext cx="694944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 + CSS3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from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Pexels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Unsplash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 &amp; Header made from Canva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Fictional Data (No database)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Brochure was made from Canva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was also made using video editing tools like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canva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filmora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spring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72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995225" y="286664"/>
            <a:ext cx="3601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Key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CCD69-0C09-4EB4-955D-77E91537F4AA}"/>
              </a:ext>
            </a:extLst>
          </p:cNvPr>
          <p:cNvSpPr txBox="1"/>
          <p:nvPr/>
        </p:nvSpPr>
        <p:spPr>
          <a:xfrm>
            <a:off x="1434904" y="860171"/>
            <a:ext cx="2053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Profit: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BA0C52C-DE0D-4622-92F0-F996BD3CA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6518629"/>
              </p:ext>
            </p:extLst>
          </p:nvPr>
        </p:nvGraphicFramePr>
        <p:xfrm>
          <a:off x="1248120" y="1406769"/>
          <a:ext cx="7804442" cy="50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A64080-6FFD-45C4-AD2A-ED4601BDA5A3}"/>
              </a:ext>
            </a:extLst>
          </p:cNvPr>
          <p:cNvSpPr txBox="1"/>
          <p:nvPr/>
        </p:nvSpPr>
        <p:spPr>
          <a:xfrm>
            <a:off x="9453492" y="1879525"/>
            <a:ext cx="19976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graph is showing the profit that we are earning from each item of our menu.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profitable item is Chocolate cake </a:t>
            </a:r>
          </a:p>
        </p:txBody>
      </p:sp>
    </p:spTree>
    <p:extLst>
      <p:ext uri="{BB962C8B-B14F-4D97-AF65-F5344CB8AC3E}">
        <p14:creationId xmlns:p14="http://schemas.microsoft.com/office/powerpoint/2010/main" val="348698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Graphic spid="11" grpId="0">
        <p:bldAsOne/>
      </p:bldGraphic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CCD69-0C09-4EB4-955D-77E91537F4AA}"/>
              </a:ext>
            </a:extLst>
          </p:cNvPr>
          <p:cNvSpPr txBox="1"/>
          <p:nvPr/>
        </p:nvSpPr>
        <p:spPr>
          <a:xfrm>
            <a:off x="1889759" y="456269"/>
            <a:ext cx="4778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Selling Prices of different Products: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B5CEEFE-95C4-4AC5-90DB-9E84779E54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647743"/>
              </p:ext>
            </p:extLst>
          </p:nvPr>
        </p:nvGraphicFramePr>
        <p:xfrm>
          <a:off x="717451" y="1538198"/>
          <a:ext cx="10677379" cy="4600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97FCF6-5DE4-4874-8F49-4DB2BEB72474}"/>
              </a:ext>
            </a:extLst>
          </p:cNvPr>
          <p:cNvSpPr txBox="1"/>
          <p:nvPr/>
        </p:nvSpPr>
        <p:spPr>
          <a:xfrm>
            <a:off x="1889759" y="962296"/>
            <a:ext cx="7709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giving the information about the selling price of each item.</a:t>
            </a:r>
          </a:p>
        </p:txBody>
      </p:sp>
    </p:spTree>
    <p:extLst>
      <p:ext uri="{BB962C8B-B14F-4D97-AF65-F5344CB8AC3E}">
        <p14:creationId xmlns:p14="http://schemas.microsoft.com/office/powerpoint/2010/main" val="321184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6" grpId="0">
        <p:bldAsOne/>
      </p:bldGraphic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137096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2236764" y="1406769"/>
            <a:ext cx="790604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run/publish the website by many ways:</a:t>
            </a: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Publishing the website by simply opening the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index.htlm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in chrome or Microsoft edge</a:t>
            </a:r>
          </a:p>
          <a:p>
            <a:pPr marL="342900" indent="-342900">
              <a:buAutoNum type="arabicParenR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also publish the website using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creating the live URL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943D0-6A8E-46FC-B84F-27D585093830}"/>
              </a:ext>
            </a:extLst>
          </p:cNvPr>
          <p:cNvSpPr txBox="1"/>
          <p:nvPr/>
        </p:nvSpPr>
        <p:spPr>
          <a:xfrm>
            <a:off x="2996420" y="666429"/>
            <a:ext cx="4600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Publishing of website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2FF0C-7F52-4B18-8E62-BEA7AB4B8353}"/>
              </a:ext>
            </a:extLst>
          </p:cNvPr>
          <p:cNvSpPr txBox="1"/>
          <p:nvPr/>
        </p:nvSpPr>
        <p:spPr>
          <a:xfrm>
            <a:off x="2236764" y="4468226"/>
            <a:ext cx="495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URL of our Website:</a:t>
            </a:r>
          </a:p>
        </p:txBody>
      </p:sp>
    </p:spTree>
    <p:extLst>
      <p:ext uri="{BB962C8B-B14F-4D97-AF65-F5344CB8AC3E}">
        <p14:creationId xmlns:p14="http://schemas.microsoft.com/office/powerpoint/2010/main" val="160362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2736167" y="497152"/>
            <a:ext cx="6414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Improvements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16302-ACC2-4A4F-A857-FFDE04D0C4D9}"/>
              </a:ext>
            </a:extLst>
          </p:cNvPr>
          <p:cNvSpPr txBox="1"/>
          <p:nvPr/>
        </p:nvSpPr>
        <p:spPr>
          <a:xfrm>
            <a:off x="1559169" y="1348899"/>
            <a:ext cx="75262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website design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layouts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 &amp; animation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of Different Video editing tools like Canva,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Filmora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Spring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Backend, database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ordering</a:t>
            </a:r>
          </a:p>
        </p:txBody>
      </p:sp>
    </p:spTree>
    <p:extLst>
      <p:ext uri="{BB962C8B-B14F-4D97-AF65-F5344CB8AC3E}">
        <p14:creationId xmlns:p14="http://schemas.microsoft.com/office/powerpoint/2010/main" val="128052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B22F8C-4B91-4AA5-9E91-D50EB24B1357}"/>
              </a:ext>
            </a:extLst>
          </p:cNvPr>
          <p:cNvSpPr txBox="1"/>
          <p:nvPr/>
        </p:nvSpPr>
        <p:spPr>
          <a:xfrm>
            <a:off x="3216674" y="555674"/>
            <a:ext cx="5758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49638" y="1406769"/>
            <a:ext cx="5416062" cy="460013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1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566</Words>
  <Application>Microsoft Office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SSC</dc:creator>
  <cp:lastModifiedBy>SSC</cp:lastModifiedBy>
  <cp:revision>4</cp:revision>
  <dcterms:created xsi:type="dcterms:W3CDTF">2026-01-05T14:40:21Z</dcterms:created>
  <dcterms:modified xsi:type="dcterms:W3CDTF">2026-01-06T08:31:44Z</dcterms:modified>
</cp:coreProperties>
</file>